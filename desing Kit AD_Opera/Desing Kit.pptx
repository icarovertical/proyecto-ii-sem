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7D0CB"/>
    <a:srgbClr val="C2F9F0"/>
    <a:srgbClr val="02353C"/>
    <a:srgbClr val="38AE81"/>
    <a:srgbClr val="4493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1" autoAdjust="0"/>
    <p:restoredTop sz="94660"/>
  </p:normalViewPr>
  <p:slideViewPr>
    <p:cSldViewPr snapToGrid="0" showGuides="1">
      <p:cViewPr varScale="1">
        <p:scale>
          <a:sx n="80" d="100"/>
          <a:sy n="80" d="100"/>
        </p:scale>
        <p:origin x="816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CB58C4-AA80-41FB-9B08-B95091BD77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B2F0A4D-4B82-48D0-87A7-3E31717F23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6C1D8CD-0FEB-4BDB-8465-378C35BA0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A0E1B-249F-4670-8698-1FC0B2BDC573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D74E31F-EAD5-4985-AB7E-9AABBF17E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FAE7EAF-CC40-4A75-A104-A04729DB7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1D7ED-012B-4563-8718-D2A9C4FC92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473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B066A3-ECC4-4CDA-A02F-207D0868C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39E22E7-254B-46DA-BDD5-1949E33905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F7D5DFD-7415-434F-AA19-7031D6948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A0E1B-249F-4670-8698-1FC0B2BDC573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8371A9C-00FC-4917-AA30-FC26D75AE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6CE2F2B-75CA-4D00-A65C-7390762E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1D7ED-012B-4563-8718-D2A9C4FC92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16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D1B777-5D62-487E-9A70-0DA8272B5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D6897D7-5712-4C3F-A01C-2E4886EE40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05CD9E3-A700-47C2-A0F3-B14384C05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A0E1B-249F-4670-8698-1FC0B2BDC573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49E4BA6-80A4-4741-A29D-58DEA1903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B745D11-3202-4662-9CFA-08A7F9DEA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1D7ED-012B-4563-8718-D2A9C4FC92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964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7E567D-5B92-4E35-9E55-18BBBD014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06139B-574A-4251-BDA9-633E3D65B0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FAE82B0-7768-4227-8173-8FACC5B16E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21E9976-7C76-43BD-8A53-21B5F90D3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A0E1B-249F-4670-8698-1FC0B2BDC573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E4F818F-118C-439D-9E99-DC2F4B9DC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34D05DB-9CF4-422F-B0AA-88C5E6190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1D7ED-012B-4563-8718-D2A9C4FC92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385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ECC541-E405-4648-B35A-E5141D468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71E9665-15DE-43E9-84BE-13B1655B4D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74F81AA-508E-4EE0-B01A-7E5C23D3BE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2CBA44C-BF8C-4B86-8BFF-E6A3445E83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340C919-431E-4402-9B26-19672BDE8F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8A808CF-4B2E-4C82-B4DF-5A0551BD0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A0E1B-249F-4670-8698-1FC0B2BDC573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EDBB41F-FB2A-494B-ABE0-0BCBB5C63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C9DF439-7C56-4749-AF57-3886168D3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1D7ED-012B-4563-8718-D2A9C4FC92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665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1D58F6-2433-43EC-A0DC-A036C9631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5485A3F-C2D5-4802-AA9A-8DECDDBDB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A0E1B-249F-4670-8698-1FC0B2BDC573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EDE2DB0-33BF-4227-BC2A-B9E786181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AA47228-B8C3-4CAA-BB73-2B9FDA4EF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1D7ED-012B-4563-8718-D2A9C4FC92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195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E0CEFF4-D5C8-4389-95C7-621E47E10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A0E1B-249F-4670-8698-1FC0B2BDC573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8EEA6E4-3609-4BC5-8B42-7BB7F4268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3E4B7D1-13FE-4C8D-9415-B487907E8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1D7ED-012B-4563-8718-D2A9C4FC92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991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1A7881-41AB-4687-85C1-0F40A62D0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AC68048-0C75-466E-ADA6-64E53A1A05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D2C026B-F251-4939-8D54-C41D1930B8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78C5AAB-2C93-4B8B-B089-F096DE3F3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A0E1B-249F-4670-8698-1FC0B2BDC573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8295DC0-F246-490D-8781-F67CAEC1D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F9718F9-76D6-4A71-9028-457188B7F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1D7ED-012B-4563-8718-D2A9C4FC92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579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EEEC5B-4191-4BB6-B05D-4E02FC464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6D06500-7C8F-46EF-B053-83C11F015A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15C7787-497E-4D95-8CD9-21053BE6EC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51AA418-242E-449A-BF27-CE63758D5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A0E1B-249F-4670-8698-1FC0B2BDC573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E8794C3-1986-47C9-90A6-2FCB16FF6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2ACFDFF-448A-4268-B7A2-25C5B9D25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1D7ED-012B-4563-8718-D2A9C4FC92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9869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363E21-9932-49D0-8F3D-CE1B45AC3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1B341C0-024E-4809-8E79-5F601020E4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E3FB8B6-5836-447E-BA26-3186779AA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A0E1B-249F-4670-8698-1FC0B2BDC573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B89D61A-5E19-4E16-8508-A534D88E4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2B3C4C1-D963-4575-9923-5D897E081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1D7ED-012B-4563-8718-D2A9C4FC92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088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B5CFBED-28E7-4ED6-AA01-FC0A0D8A4B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2E6A098-BAD0-4754-AB92-8F1F0CC1B8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F8DA187-20B4-4D53-B082-CE68028BF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A0E1B-249F-4670-8698-1FC0B2BDC573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0F5E0C-6622-4B0B-8C4A-7FDF48463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43AAD7C-976F-4AB1-B659-28B27F726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1D7ED-012B-4563-8718-D2A9C4FC92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601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F86DDE7-00DC-48A2-95E3-8ADF468C0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E7D4201-31B0-4184-9A7A-01A64936B2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C97C958-38C1-410B-98CF-57EAB0EB53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CA0E1B-249F-4670-8698-1FC0B2BDC573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71F0211-55F8-4025-A545-F81FC57FA1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F394DBB-741A-4014-A420-A7DE107328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B1D7ED-012B-4563-8718-D2A9C4FC92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866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fonts.google.com/specimen/Roboto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3BB21315-6245-42E0-904A-947FB579A3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2313" y="0"/>
            <a:ext cx="5269687" cy="6858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2F60A898-1F9C-4BE4-BB21-3454B5CB2031}"/>
              </a:ext>
            </a:extLst>
          </p:cNvPr>
          <p:cNvSpPr txBox="1"/>
          <p:nvPr/>
        </p:nvSpPr>
        <p:spPr>
          <a:xfrm>
            <a:off x="681984" y="2105527"/>
            <a:ext cx="428643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Tipografía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>
                <a:hlinkClick r:id="rId3"/>
              </a:rPr>
              <a:t>https://fonts.google.com/specimen/Roboto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Explicación</a:t>
            </a:r>
            <a:r>
              <a:rPr lang="en-US" dirty="0"/>
              <a:t> del </a:t>
            </a:r>
            <a:r>
              <a:rPr lang="en-US" dirty="0" err="1"/>
              <a:t>nombre</a:t>
            </a:r>
            <a:r>
              <a:rPr lang="en-US" dirty="0"/>
              <a:t>:</a:t>
            </a:r>
          </a:p>
          <a:p>
            <a:endParaRPr lang="en-US" dirty="0"/>
          </a:p>
          <a:p>
            <a:r>
              <a:rPr lang="en-US" b="1" dirty="0"/>
              <a:t>AD: </a:t>
            </a:r>
            <a:r>
              <a:rPr lang="en-US" dirty="0" err="1"/>
              <a:t>reducción</a:t>
            </a:r>
            <a:r>
              <a:rPr lang="en-US" dirty="0"/>
              <a:t> de </a:t>
            </a:r>
            <a:r>
              <a:rPr lang="en-US" dirty="0" err="1"/>
              <a:t>Administrar</a:t>
            </a:r>
            <a:r>
              <a:rPr lang="en-US" dirty="0"/>
              <a:t> o </a:t>
            </a:r>
            <a:r>
              <a:rPr lang="en-US" dirty="0" err="1"/>
              <a:t>gestiornar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/>
              <a:t>Opera: </a:t>
            </a:r>
            <a:r>
              <a:rPr lang="en-US" dirty="0" err="1"/>
              <a:t>latín</a:t>
            </a:r>
            <a:r>
              <a:rPr lang="en-US" dirty="0"/>
              <a:t> de </a:t>
            </a:r>
            <a:r>
              <a:rPr lang="en-US" dirty="0" err="1"/>
              <a:t>operar</a:t>
            </a:r>
            <a:r>
              <a:rPr lang="en-US" dirty="0"/>
              <a:t>, </a:t>
            </a:r>
            <a:r>
              <a:rPr lang="en-US" dirty="0" err="1"/>
              <a:t>hacer</a:t>
            </a:r>
            <a:r>
              <a:rPr lang="en-US" dirty="0"/>
              <a:t> </a:t>
            </a:r>
            <a:r>
              <a:rPr lang="en-US" dirty="0" err="1"/>
              <a:t>funcionar</a:t>
            </a:r>
            <a:endParaRPr lang="en-US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0B65B0B-D88E-49DF-A6D7-E01545428015}"/>
              </a:ext>
            </a:extLst>
          </p:cNvPr>
          <p:cNvSpPr/>
          <p:nvPr/>
        </p:nvSpPr>
        <p:spPr>
          <a:xfrm>
            <a:off x="697688" y="709864"/>
            <a:ext cx="914400" cy="830179"/>
          </a:xfrm>
          <a:prstGeom prst="rect">
            <a:avLst/>
          </a:prstGeom>
          <a:solidFill>
            <a:srgbClr val="4493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2D2DFBC-3728-4D3D-8F22-C03ED4C212BB}"/>
              </a:ext>
            </a:extLst>
          </p:cNvPr>
          <p:cNvSpPr/>
          <p:nvPr/>
        </p:nvSpPr>
        <p:spPr>
          <a:xfrm>
            <a:off x="1612088" y="709864"/>
            <a:ext cx="914400" cy="830179"/>
          </a:xfrm>
          <a:prstGeom prst="rect">
            <a:avLst/>
          </a:prstGeom>
          <a:solidFill>
            <a:srgbClr val="38AE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7D4501F-5A85-4953-A9B9-3B20D4B6B790}"/>
              </a:ext>
            </a:extLst>
          </p:cNvPr>
          <p:cNvSpPr/>
          <p:nvPr/>
        </p:nvSpPr>
        <p:spPr>
          <a:xfrm>
            <a:off x="2526488" y="709864"/>
            <a:ext cx="914400" cy="830179"/>
          </a:xfrm>
          <a:prstGeom prst="rect">
            <a:avLst/>
          </a:prstGeom>
          <a:solidFill>
            <a:srgbClr val="0235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0A2AA975-504A-4C72-ABCF-E332C3482406}"/>
              </a:ext>
            </a:extLst>
          </p:cNvPr>
          <p:cNvSpPr/>
          <p:nvPr/>
        </p:nvSpPr>
        <p:spPr>
          <a:xfrm>
            <a:off x="3440888" y="709864"/>
            <a:ext cx="914400" cy="830179"/>
          </a:xfrm>
          <a:prstGeom prst="rect">
            <a:avLst/>
          </a:prstGeom>
          <a:solidFill>
            <a:srgbClr val="C2F9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3550742-3358-47D8-A8A0-79283B5DEA5B}"/>
              </a:ext>
            </a:extLst>
          </p:cNvPr>
          <p:cNvSpPr/>
          <p:nvPr/>
        </p:nvSpPr>
        <p:spPr>
          <a:xfrm>
            <a:off x="4355288" y="709864"/>
            <a:ext cx="914400" cy="830179"/>
          </a:xfrm>
          <a:prstGeom prst="rect">
            <a:avLst/>
          </a:prstGeom>
          <a:solidFill>
            <a:srgbClr val="B7D0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BCE364F-0C8F-44DF-87C8-3751B5DD386B}"/>
              </a:ext>
            </a:extLst>
          </p:cNvPr>
          <p:cNvSpPr txBox="1"/>
          <p:nvPr/>
        </p:nvSpPr>
        <p:spPr>
          <a:xfrm>
            <a:off x="772402" y="448254"/>
            <a:ext cx="75498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/>
              <a:t>#449342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5BA91C5-ADD1-4EA8-967D-B2B58C7FE63E}"/>
              </a:ext>
            </a:extLst>
          </p:cNvPr>
          <p:cNvSpPr txBox="1"/>
          <p:nvPr/>
        </p:nvSpPr>
        <p:spPr>
          <a:xfrm>
            <a:off x="1686802" y="448254"/>
            <a:ext cx="75498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/>
              <a:t>#38AE81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7549AB2C-C33A-4B21-A275-D091990284C2}"/>
              </a:ext>
            </a:extLst>
          </p:cNvPr>
          <p:cNvSpPr txBox="1"/>
          <p:nvPr/>
        </p:nvSpPr>
        <p:spPr>
          <a:xfrm>
            <a:off x="2594106" y="448254"/>
            <a:ext cx="75498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/>
              <a:t>#02353C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D25EDB18-1301-403E-8009-193BC195C3E6}"/>
              </a:ext>
            </a:extLst>
          </p:cNvPr>
          <p:cNvSpPr txBox="1"/>
          <p:nvPr/>
        </p:nvSpPr>
        <p:spPr>
          <a:xfrm>
            <a:off x="3489498" y="448254"/>
            <a:ext cx="75498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/>
              <a:t>#C2F9F0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FCAEC58A-94B8-46AB-A2CE-18BAF5D72082}"/>
              </a:ext>
            </a:extLst>
          </p:cNvPr>
          <p:cNvSpPr txBox="1"/>
          <p:nvPr/>
        </p:nvSpPr>
        <p:spPr>
          <a:xfrm>
            <a:off x="4429704" y="448254"/>
            <a:ext cx="75498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/>
              <a:t>#B7D0CB</a:t>
            </a:r>
          </a:p>
        </p:txBody>
      </p:sp>
    </p:spTree>
    <p:extLst>
      <p:ext uri="{BB962C8B-B14F-4D97-AF65-F5344CB8AC3E}">
        <p14:creationId xmlns:p14="http://schemas.microsoft.com/office/powerpoint/2010/main" val="79304057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44</Words>
  <Application>Microsoft Office PowerPoint</Application>
  <PresentationFormat>Panorámica</PresentationFormat>
  <Paragraphs>12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diego sanabria</dc:creator>
  <cp:lastModifiedBy>diego sanabria</cp:lastModifiedBy>
  <cp:revision>2</cp:revision>
  <dcterms:created xsi:type="dcterms:W3CDTF">2026-09-28T00:40:35Z</dcterms:created>
  <dcterms:modified xsi:type="dcterms:W3CDTF">2026-09-28T00:46:17Z</dcterms:modified>
</cp:coreProperties>
</file>